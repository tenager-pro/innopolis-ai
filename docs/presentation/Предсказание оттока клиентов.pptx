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1" r:id="rId3"/>
    <p:sldId id="262" r:id="rId4"/>
    <p:sldId id="260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5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12/14/2025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12/14/2025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12/14/2025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12/14/2025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Предсказание оттока клиентов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Калашников А. С.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505057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Введение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677334" y="3304675"/>
            <a:ext cx="904463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Цель — выявить клиентов группы риска для применения клиентской поддержки и адресно применять меры по удержанию: предлагать персональные скидки, специальные предложения, проводить опросы для выявления проблем или просто усиливать коммуникацию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677334" y="4643326"/>
            <a:ext cx="98037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Цель </a:t>
            </a:r>
            <a:r>
              <a:rPr lang="ru-RU" dirty="0" smtClean="0"/>
              <a:t>проекта</a:t>
            </a:r>
            <a:r>
              <a:rPr lang="ru-RU" dirty="0"/>
              <a:t> </a:t>
            </a:r>
            <a:r>
              <a:rPr lang="ru-RU" dirty="0" smtClean="0"/>
              <a:t>– создать надежную </a:t>
            </a:r>
            <a:r>
              <a:rPr lang="ru-RU" dirty="0"/>
              <a:t>ML-модель, способную по признакам клиента вычислить вероятность его оттока в заданный временной горизонт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677334" y="1426124"/>
            <a:ext cx="918265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В условиях высокой конкуренции на рынке электронной коммерции удержание существующих клиентов является критически важной и экономически эффективной стратегией. Задача проекта — разработать систему прогнозирования оттока клиентов для интернет-магазина. Система должна на основе исторических данных о поведении, транзакциях и демографии клиента оценивать вероятность того, что данный клиент прекратит совершать покупки</a:t>
            </a:r>
          </a:p>
        </p:txBody>
      </p:sp>
    </p:spTree>
    <p:extLst>
      <p:ext uri="{BB962C8B-B14F-4D97-AF65-F5344CB8AC3E}">
        <p14:creationId xmlns:p14="http://schemas.microsoft.com/office/powerpoint/2010/main" val="23649792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Требования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677334" y="1498938"/>
            <a:ext cx="966573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1.	</a:t>
            </a:r>
            <a:r>
              <a:rPr lang="ru-RU" dirty="0" err="1"/>
              <a:t>Precision</a:t>
            </a:r>
            <a:r>
              <a:rPr lang="ru-RU" dirty="0"/>
              <a:t> не менее 0.70 (важно не беспокоить лояльных клиентов)</a:t>
            </a:r>
          </a:p>
          <a:p>
            <a:r>
              <a:rPr lang="ru-RU" dirty="0"/>
              <a:t>2.	</a:t>
            </a:r>
            <a:r>
              <a:rPr lang="ru-RU" dirty="0" err="1"/>
              <a:t>Recall</a:t>
            </a:r>
            <a:r>
              <a:rPr lang="ru-RU" dirty="0"/>
              <a:t> не менее 0.65 (важно выявить большинство потенциальных оттоков) </a:t>
            </a:r>
          </a:p>
          <a:p>
            <a:r>
              <a:rPr lang="ru-RU" dirty="0"/>
              <a:t>3.	Модель должна объяснять свои предсказания (интерпретируемость) </a:t>
            </a:r>
          </a:p>
          <a:p>
            <a:r>
              <a:rPr lang="ru-RU" dirty="0"/>
              <a:t>4.	Время </a:t>
            </a:r>
            <a:r>
              <a:rPr lang="ru-RU" dirty="0" err="1"/>
              <a:t>инференса</a:t>
            </a:r>
            <a:r>
              <a:rPr lang="ru-RU" dirty="0"/>
              <a:t>: &lt; 100ms на одного клиента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6173" y="3209025"/>
            <a:ext cx="3416061" cy="3416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95807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Анализ данных</a:t>
            </a:r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4128" y="3778998"/>
            <a:ext cx="8791555" cy="2889460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677334" y="1341277"/>
            <a:ext cx="8449413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Базовые EDA:</a:t>
            </a:r>
          </a:p>
          <a:p>
            <a:r>
              <a:rPr lang="ru-RU" dirty="0"/>
              <a:t>Обработка пропущенных значений (</a:t>
            </a:r>
            <a:r>
              <a:rPr lang="ru-RU" dirty="0" err="1"/>
              <a:t>Missing</a:t>
            </a:r>
            <a:r>
              <a:rPr lang="ru-RU" dirty="0"/>
              <a:t> </a:t>
            </a:r>
            <a:r>
              <a:rPr lang="ru-RU" dirty="0" err="1"/>
              <a:t>Values</a:t>
            </a:r>
            <a:r>
              <a:rPr lang="ru-RU" dirty="0"/>
              <a:t>)</a:t>
            </a:r>
          </a:p>
          <a:p>
            <a:r>
              <a:rPr lang="ru-RU" dirty="0"/>
              <a:t>•	Для числовых признаков: заполнение медианой (</a:t>
            </a:r>
            <a:r>
              <a:rPr lang="ru-RU" dirty="0" err="1"/>
              <a:t>median</a:t>
            </a:r>
            <a:r>
              <a:rPr lang="ru-RU" dirty="0"/>
              <a:t>())</a:t>
            </a:r>
          </a:p>
          <a:p>
            <a:r>
              <a:rPr lang="ru-RU" dirty="0"/>
              <a:t>•	Для категориальных признаков: заполнение модой (</a:t>
            </a:r>
            <a:r>
              <a:rPr lang="ru-RU" dirty="0" err="1"/>
              <a:t>mode</a:t>
            </a:r>
            <a:r>
              <a:rPr lang="ru-RU" dirty="0"/>
              <a:t>()[0])</a:t>
            </a:r>
          </a:p>
          <a:p>
            <a:r>
              <a:rPr lang="ru-RU" dirty="0"/>
              <a:t>Выбросы (</a:t>
            </a:r>
            <a:r>
              <a:rPr lang="ru-RU" dirty="0" err="1"/>
              <a:t>Outlires</a:t>
            </a:r>
            <a:r>
              <a:rPr lang="ru-RU" dirty="0"/>
              <a:t>)</a:t>
            </a:r>
          </a:p>
          <a:p>
            <a:r>
              <a:rPr lang="ru-RU" dirty="0"/>
              <a:t>•	Метод IQR (</a:t>
            </a:r>
            <a:r>
              <a:rPr lang="ru-RU" dirty="0" err="1"/>
              <a:t>Interquartile</a:t>
            </a:r>
            <a:r>
              <a:rPr lang="ru-RU" dirty="0"/>
              <a:t> </a:t>
            </a:r>
            <a:r>
              <a:rPr lang="ru-RU" dirty="0" err="1"/>
              <a:t>Range</a:t>
            </a:r>
            <a:r>
              <a:rPr lang="ru-RU" dirty="0"/>
              <a:t>) с границами Q1-1.5IQR и Q3+1.5IQR</a:t>
            </a:r>
          </a:p>
          <a:p>
            <a:r>
              <a:rPr lang="ru-RU" dirty="0"/>
              <a:t>Удаление дублирующих записей</a:t>
            </a:r>
          </a:p>
          <a:p>
            <a:r>
              <a:rPr lang="ru-RU" dirty="0"/>
              <a:t>•	Удаление дублирующих записей при помощи метода </a:t>
            </a:r>
            <a:r>
              <a:rPr lang="ru-RU" dirty="0" err="1"/>
              <a:t>drop_duplicates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551537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Методология</a:t>
            </a:r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1508" y="840227"/>
            <a:ext cx="5922560" cy="3538656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373" y="2805543"/>
            <a:ext cx="6158574" cy="3681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49884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Результаты</a:t>
            </a:r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7026" y="4169433"/>
            <a:ext cx="7651368" cy="2517911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1190" y="1270000"/>
            <a:ext cx="6029325" cy="2562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45948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Выводы</a:t>
            </a:r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 rotWithShape="1">
          <a:blip r:embed="rId2"/>
          <a:srcRect r="28720"/>
          <a:stretch/>
        </p:blipFill>
        <p:spPr>
          <a:xfrm>
            <a:off x="1046129" y="1451155"/>
            <a:ext cx="6131050" cy="5139227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3"/>
          <a:srcRect l="71495" b="50205"/>
          <a:stretch/>
        </p:blipFill>
        <p:spPr>
          <a:xfrm>
            <a:off x="8146911" y="2027208"/>
            <a:ext cx="3479522" cy="3631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1538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 проекте</a:t>
            </a:r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395" y="1451574"/>
            <a:ext cx="2781300" cy="1504950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157" y="3239938"/>
            <a:ext cx="2771775" cy="327660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0123" y="2615870"/>
            <a:ext cx="8315055" cy="3088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3484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Тестирование</a:t>
            </a:r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8127" y="2216989"/>
            <a:ext cx="9484348" cy="2621689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1794294" y="2216989"/>
            <a:ext cx="2147978" cy="18978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31856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API</a:t>
            </a:r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1824830"/>
            <a:ext cx="4705350" cy="1476375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3"/>
          <a:srcRect t="6162"/>
          <a:stretch/>
        </p:blipFill>
        <p:spPr>
          <a:xfrm>
            <a:off x="6494520" y="1688112"/>
            <a:ext cx="3895725" cy="840177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9262" y="4516435"/>
            <a:ext cx="3562350" cy="1171575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9670" y="3301205"/>
            <a:ext cx="421005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5605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Docker</a:t>
            </a:r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6243" y="1474308"/>
            <a:ext cx="6362700" cy="4772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606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15065" y="2700069"/>
            <a:ext cx="807785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6000" dirty="0" smtClean="0"/>
              <a:t>Спасибо за внимание!</a:t>
            </a:r>
            <a:endParaRPr lang="ru-RU" sz="6000" dirty="0"/>
          </a:p>
        </p:txBody>
      </p:sp>
    </p:spTree>
    <p:extLst>
      <p:ext uri="{BB962C8B-B14F-4D97-AF65-F5344CB8AC3E}">
        <p14:creationId xmlns:p14="http://schemas.microsoft.com/office/powerpoint/2010/main" val="2145527305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996</TotalTime>
  <Words>142</Words>
  <Application>Microsoft Office PowerPoint</Application>
  <PresentationFormat>Широкоэкранный</PresentationFormat>
  <Paragraphs>28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6" baseType="lpstr">
      <vt:lpstr>Arial</vt:lpstr>
      <vt:lpstr>Trebuchet MS</vt:lpstr>
      <vt:lpstr>Wingdings 3</vt:lpstr>
      <vt:lpstr>Аспект</vt:lpstr>
      <vt:lpstr>Предсказание оттока клиентов</vt:lpstr>
      <vt:lpstr>Введение</vt:lpstr>
      <vt:lpstr>Требования</vt:lpstr>
      <vt:lpstr>Анализ данных</vt:lpstr>
      <vt:lpstr>Методология</vt:lpstr>
      <vt:lpstr>Результаты</vt:lpstr>
      <vt:lpstr>Выводы</vt:lpstr>
      <vt:lpstr>О проекте</vt:lpstr>
      <vt:lpstr>Тестирование</vt:lpstr>
      <vt:lpstr>API</vt:lpstr>
      <vt:lpstr>Docker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Предсказание оттока клиентов</dc:title>
  <dc:creator>Артем</dc:creator>
  <cp:lastModifiedBy>Артем</cp:lastModifiedBy>
  <cp:revision>19</cp:revision>
  <dcterms:created xsi:type="dcterms:W3CDTF">2025-12-07T06:03:48Z</dcterms:created>
  <dcterms:modified xsi:type="dcterms:W3CDTF">2025-12-14T16:50:17Z</dcterms:modified>
</cp:coreProperties>
</file>