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61" r:id="rId3"/>
    <p:sldId id="262" r:id="rId4"/>
    <p:sldId id="260" r:id="rId5"/>
    <p:sldId id="263" r:id="rId6"/>
    <p:sldId id="264" r:id="rId7"/>
    <p:sldId id="265" r:id="rId8"/>
    <p:sldId id="266" r:id="rId9"/>
    <p:sldId id="257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9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12/13/2025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12/13/2025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12/13/2025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12588-04B1-427B-82EE-E8DB90309F08}" type="datetimeFigureOut">
              <a:rPr lang="en-US" dirty="0"/>
              <a:t>12/13/2025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9F0C5-380F-41C2-899A-BAC0F0927E16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12/13/2025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12/13/2025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12/13/2025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dirty="0"/>
              <a:t>12/13/2025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12/13/2025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12/13/2025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12/13/2025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12/13/2025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карточки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12/13/2025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Истина или лож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12/13/2025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B4A9-1611-4792-9094-5F34BCA07E0B}" type="datetimeFigureOut">
              <a:rPr lang="en-US" dirty="0"/>
              <a:t>12/13/2025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12/13/2025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12/13/2025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65" r:id="rId4"/>
    <p:sldLayoutId id="2147483653" r:id="rId5"/>
    <p:sldLayoutId id="2147483654" r:id="rId6"/>
    <p:sldLayoutId id="2147483655" r:id="rId7"/>
    <p:sldLayoutId id="2147483666" r:id="rId8"/>
    <p:sldLayoutId id="2147483657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67" r:id="rId15"/>
    <p:sldLayoutId id="21474836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 smtClean="0"/>
              <a:t>Предсказание оттока клиентов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u-RU" dirty="0" smtClean="0"/>
              <a:t>Калашников А. С.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505057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Введение</a:t>
            </a:r>
            <a:endParaRPr lang="ru-RU" dirty="0"/>
          </a:p>
        </p:txBody>
      </p:sp>
      <p:sp>
        <p:nvSpPr>
          <p:cNvPr id="3" name="Прямоугольник 2"/>
          <p:cNvSpPr/>
          <p:nvPr/>
        </p:nvSpPr>
        <p:spPr>
          <a:xfrm>
            <a:off x="677334" y="3180450"/>
            <a:ext cx="9044636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/>
              <a:t>Цель — выявить клиентов группы риска для применения клиентской поддержки и адресно применять меры по удержанию: предлагать персональные скидки, специальные предложения, проводить опросы для выявления проблем или просто усиливать коммуникацию</a:t>
            </a:r>
          </a:p>
        </p:txBody>
      </p:sp>
      <p:sp>
        <p:nvSpPr>
          <p:cNvPr id="4" name="Прямоугольник 3"/>
          <p:cNvSpPr/>
          <p:nvPr/>
        </p:nvSpPr>
        <p:spPr>
          <a:xfrm>
            <a:off x="677334" y="4617372"/>
            <a:ext cx="980376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/>
              <a:t>Цель </a:t>
            </a:r>
            <a:r>
              <a:rPr lang="ru-RU" dirty="0" smtClean="0"/>
              <a:t>проекта</a:t>
            </a:r>
            <a:r>
              <a:rPr lang="ru-RU" dirty="0"/>
              <a:t> </a:t>
            </a:r>
            <a:r>
              <a:rPr lang="ru-RU" dirty="0" smtClean="0"/>
              <a:t>– создать надежную </a:t>
            </a:r>
            <a:r>
              <a:rPr lang="ru-RU" dirty="0"/>
              <a:t>ML-модель, способную по признакам клиента вычислить вероятность его оттока в заданный временной горизонт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677334" y="1189531"/>
            <a:ext cx="9182658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/>
              <a:t>В условиях высокой конкуренции на рынке электронной коммерции удержание существующих клиентов является критически важной и экономически эффективной стратегией. Задача проекта — разработать систему прогнозирования оттока клиентов для интернет-магазина. Система должна на основе исторических данных о поведении, транзакциях и демографии клиента оценивать вероятность того, что данный клиент прекратит совершать покупки</a:t>
            </a:r>
          </a:p>
        </p:txBody>
      </p:sp>
    </p:spTree>
    <p:extLst>
      <p:ext uri="{BB962C8B-B14F-4D97-AF65-F5344CB8AC3E}">
        <p14:creationId xmlns:p14="http://schemas.microsoft.com/office/powerpoint/2010/main" val="23649792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Требования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195807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Анализ данных</a:t>
            </a:r>
            <a:endParaRPr lang="ru-RU" dirty="0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4128" y="3778998"/>
            <a:ext cx="8791555" cy="2889460"/>
          </a:xfrm>
          <a:prstGeom prst="rect">
            <a:avLst/>
          </a:prstGeom>
        </p:spPr>
      </p:pic>
      <p:sp>
        <p:nvSpPr>
          <p:cNvPr id="4" name="Прямоугольник 3"/>
          <p:cNvSpPr/>
          <p:nvPr/>
        </p:nvSpPr>
        <p:spPr>
          <a:xfrm>
            <a:off x="677334" y="1341277"/>
            <a:ext cx="8449413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/>
              <a:t>Базовые EDA:</a:t>
            </a:r>
          </a:p>
          <a:p>
            <a:r>
              <a:rPr lang="ru-RU" dirty="0"/>
              <a:t>Обработка пропущенных значений (</a:t>
            </a:r>
            <a:r>
              <a:rPr lang="ru-RU" dirty="0" err="1"/>
              <a:t>Missing</a:t>
            </a:r>
            <a:r>
              <a:rPr lang="ru-RU" dirty="0"/>
              <a:t> </a:t>
            </a:r>
            <a:r>
              <a:rPr lang="ru-RU" dirty="0" err="1"/>
              <a:t>Values</a:t>
            </a:r>
            <a:r>
              <a:rPr lang="ru-RU" dirty="0"/>
              <a:t>)</a:t>
            </a:r>
          </a:p>
          <a:p>
            <a:r>
              <a:rPr lang="ru-RU" dirty="0"/>
              <a:t>•	Для числовых признаков: заполнение медианой (</a:t>
            </a:r>
            <a:r>
              <a:rPr lang="ru-RU" dirty="0" err="1"/>
              <a:t>median</a:t>
            </a:r>
            <a:r>
              <a:rPr lang="ru-RU" dirty="0"/>
              <a:t>())</a:t>
            </a:r>
          </a:p>
          <a:p>
            <a:r>
              <a:rPr lang="ru-RU" dirty="0"/>
              <a:t>•	Для категориальных признаков: заполнение модой (</a:t>
            </a:r>
            <a:r>
              <a:rPr lang="ru-RU" dirty="0" err="1"/>
              <a:t>mode</a:t>
            </a:r>
            <a:r>
              <a:rPr lang="ru-RU" dirty="0"/>
              <a:t>()[0])</a:t>
            </a:r>
          </a:p>
          <a:p>
            <a:r>
              <a:rPr lang="ru-RU" dirty="0"/>
              <a:t>Выбросы (</a:t>
            </a:r>
            <a:r>
              <a:rPr lang="ru-RU" dirty="0" err="1"/>
              <a:t>Outlires</a:t>
            </a:r>
            <a:r>
              <a:rPr lang="ru-RU" dirty="0"/>
              <a:t>)</a:t>
            </a:r>
          </a:p>
          <a:p>
            <a:r>
              <a:rPr lang="ru-RU" dirty="0"/>
              <a:t>•	Метод IQR (</a:t>
            </a:r>
            <a:r>
              <a:rPr lang="ru-RU" dirty="0" err="1"/>
              <a:t>Interquartile</a:t>
            </a:r>
            <a:r>
              <a:rPr lang="ru-RU" dirty="0"/>
              <a:t> </a:t>
            </a:r>
            <a:r>
              <a:rPr lang="ru-RU" dirty="0" err="1"/>
              <a:t>Range</a:t>
            </a:r>
            <a:r>
              <a:rPr lang="ru-RU" dirty="0"/>
              <a:t>) с границами Q1-1.5IQR и Q3+1.5IQR</a:t>
            </a:r>
          </a:p>
          <a:p>
            <a:r>
              <a:rPr lang="ru-RU" dirty="0"/>
              <a:t>Удаление дублирующих записей</a:t>
            </a:r>
          </a:p>
          <a:p>
            <a:r>
              <a:rPr lang="ru-RU" dirty="0"/>
              <a:t>•	Удаление дублирующих записей при помощи метода </a:t>
            </a:r>
            <a:r>
              <a:rPr lang="ru-RU" dirty="0" err="1"/>
              <a:t>drop_duplicates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551537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Методология</a:t>
            </a:r>
            <a:endParaRPr lang="ru-RU" dirty="0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3046" y="1270000"/>
            <a:ext cx="8952554" cy="5349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49884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Результаты</a:t>
            </a:r>
            <a:endParaRPr lang="ru-RU" dirty="0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0106" y="4186686"/>
            <a:ext cx="7651368" cy="2517911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1190" y="1270000"/>
            <a:ext cx="6029325" cy="2562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45948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Выводы</a:t>
            </a:r>
            <a:endParaRPr lang="ru-RU" dirty="0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9373" y="1270000"/>
            <a:ext cx="8601397" cy="5139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61538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О проекте</a:t>
            </a:r>
            <a:endParaRPr lang="ru-RU" dirty="0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395" y="1451574"/>
            <a:ext cx="2781300" cy="1504950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157" y="3239938"/>
            <a:ext cx="2771775" cy="3276600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30123" y="2615870"/>
            <a:ext cx="8315055" cy="3088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73484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15065" y="2700069"/>
            <a:ext cx="807785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6000" dirty="0" smtClean="0"/>
              <a:t>Спасибо за внимание!</a:t>
            </a:r>
            <a:endParaRPr lang="ru-RU" sz="6000" dirty="0"/>
          </a:p>
        </p:txBody>
      </p:sp>
    </p:spTree>
    <p:extLst>
      <p:ext uri="{BB962C8B-B14F-4D97-AF65-F5344CB8AC3E}">
        <p14:creationId xmlns:p14="http://schemas.microsoft.com/office/powerpoint/2010/main" val="2145527305"/>
      </p:ext>
    </p:extLst>
  </p:cSld>
  <p:clrMapOvr>
    <a:masterClrMapping/>
  </p:clrMapOvr>
</p:sld>
</file>

<file path=ppt/theme/theme1.xml><?xml version="1.0" encoding="utf-8"?>
<a:theme xmlns:a="http://schemas.openxmlformats.org/drawingml/2006/main" name="Аспект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8C59B386-999D-4CB6-B907-9F3997C027C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494</TotalTime>
  <Words>137</Words>
  <Application>Microsoft Office PowerPoint</Application>
  <PresentationFormat>Широкоэкранный</PresentationFormat>
  <Paragraphs>21</Paragraphs>
  <Slides>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3" baseType="lpstr">
      <vt:lpstr>Arial</vt:lpstr>
      <vt:lpstr>Trebuchet MS</vt:lpstr>
      <vt:lpstr>Wingdings 3</vt:lpstr>
      <vt:lpstr>Аспект</vt:lpstr>
      <vt:lpstr>Предсказание оттока клиентов</vt:lpstr>
      <vt:lpstr>Введение</vt:lpstr>
      <vt:lpstr>Требования</vt:lpstr>
      <vt:lpstr>Анализ данных</vt:lpstr>
      <vt:lpstr>Методология</vt:lpstr>
      <vt:lpstr>Результаты</vt:lpstr>
      <vt:lpstr>Выводы</vt:lpstr>
      <vt:lpstr>О проекте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Предсказание оттока клиентов</dc:title>
  <dc:creator>Артем</dc:creator>
  <cp:lastModifiedBy>Артем</cp:lastModifiedBy>
  <cp:revision>11</cp:revision>
  <dcterms:created xsi:type="dcterms:W3CDTF">2025-12-07T06:03:48Z</dcterms:created>
  <dcterms:modified xsi:type="dcterms:W3CDTF">2025-12-13T19:00:06Z</dcterms:modified>
</cp:coreProperties>
</file>